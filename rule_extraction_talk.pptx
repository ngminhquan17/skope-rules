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2D3A7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2D3A7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BB3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Tech Talk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Tree Ensemble から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解釈可能な Rule を抽出する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MIT 研究グループの手法 — ルール自動作成プロジェクトへの応用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2D3A7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最適化で rule を選抜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69080" y="512064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2D3A7B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数と深さを制御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512064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2D3A7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5120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全体最適を保証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課題：無数の rule から最良の組を選ぶ</a:t>
            </a:r>
            <a:endParaRPr lang="en-US" sz="3000" dirty="0"/>
          </a:p>
        </p:txBody>
      </p:sp>
      <p:pic>
        <p:nvPicPr>
          <p:cNvPr id="5" name="Image 0" descr="assets/d1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68096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得られる利点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595360" y="1965960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EF1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305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8280" y="19659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モデルが学んだ内容を把握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679192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EF1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84378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98280" y="26791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誤った rule・過学習を発見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595360" y="3392424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EF1F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55701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98280" y="339242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顧客への説明が可能に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595360" y="4105656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EF1F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427024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98280" y="410565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推論が速く deploy しやすい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20" name="Text 13"/>
          <p:cNvSpPr/>
          <p:nvPr/>
        </p:nvSpPr>
        <p:spPr>
          <a:xfrm>
            <a:off x="914400" y="51206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BB3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核心アイデア：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32,000 rule の大半は冗長。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K個（10〜20）の最良 rule を選び、重みを付け直して、元の予測に近づける。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解決アイデア：3つの Layer と Layer 1（モデル化）</a:t>
            </a:r>
            <a:endParaRPr lang="en-US" sz="3000" dirty="0"/>
          </a:p>
        </p:txBody>
      </p:sp>
      <p:pic>
        <p:nvPicPr>
          <p:cNvPr id="5" name="Image 0" descr="assets/d2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07492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3A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全体像：3 Layer で構成</a:t>
            </a:r>
            <a:endParaRPr lang="en-US" sz="1400" dirty="0"/>
          </a:p>
        </p:txBody>
      </p:sp>
      <p:pic>
        <p:nvPicPr>
          <p:cNvPr id="7" name="Image 1" descr="assets/d3_layer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71600"/>
            <a:ext cx="5943600" cy="2788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4434840"/>
            <a:ext cx="11201400" cy="1874520"/>
          </a:xfrm>
          <a:prstGeom prst="roundRect">
            <a:avLst>
              <a:gd name="adj" fmla="val 5854"/>
            </a:avLst>
          </a:prstGeom>
          <a:solidFill>
            <a:srgbClr val="EEF1F8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3つの制約条件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77240" y="50292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41832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 Rule が有効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1832" y="55046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子・孫 node は選ばない（重複防止）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66160" y="50292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730752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B3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 予算 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30752" y="55046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選ぶ rule の総数を制限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50292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19672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74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 変数の整合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19672" y="55046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z=0 なら w=0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9235440" y="502920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9235440" y="5029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B3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MIP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解くのが難しい問題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解決アイデア：Layer 2（簡略化）と Layer 3（探索）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Layer 2 — 簡略化</a:t>
            </a:r>
            <a:endParaRPr lang="en-US" sz="1400" dirty="0"/>
          </a:p>
        </p:txBody>
      </p:sp>
      <p:pic>
        <p:nvPicPr>
          <p:cNvPr id="7" name="Image 0" descr="assets/d5_laye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5852160" cy="2633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37160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FBEFE9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8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Layer 3 — 探索</a:t>
            </a:r>
            <a:endParaRPr lang="en-US" sz="1400" dirty="0"/>
          </a:p>
        </p:txBody>
      </p:sp>
      <p:pic>
        <p:nvPicPr>
          <p:cNvPr id="10" name="Image 1" descr="assets/d6_layer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74520"/>
            <a:ext cx="5532120" cy="2487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4434840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44348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2変数 → 1変数。重みは公式で自動算出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55080" y="443484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BEFE9"/>
          </a:solidFill>
          <a:ln/>
        </p:spPr>
      </p:sp>
      <p:sp>
        <p:nvSpPr>
          <p:cNvPr id="14" name="Text 10"/>
          <p:cNvSpPr/>
          <p:nvPr/>
        </p:nvSpPr>
        <p:spPr>
          <a:xfrm>
            <a:off x="6355080" y="44348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48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毎回ダメ領域を除外 → 最適を保証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132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9834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BB3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覚えるのはこれだけ：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当てずっぽうではなく、毎回ダメな領域を除外 → 最良の rule の組を、速く・確実に見つける。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結果：速度と精度</a:t>
            </a:r>
            <a:endParaRPr lang="en-US" sz="3000" dirty="0"/>
          </a:p>
        </p:txBody>
      </p:sp>
      <p:pic>
        <p:nvPicPr>
          <p:cNvPr id="5" name="Image 0" descr="assets/d7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822960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41732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EEF1F8"/>
          </a:solidFill>
          <a:ln/>
        </p:spPr>
      </p:sp>
      <p:sp>
        <p:nvSpPr>
          <p:cNvPr id="7" name="Text 4"/>
          <p:cNvSpPr/>
          <p:nvPr/>
        </p:nvSpPr>
        <p:spPr>
          <a:xfrm>
            <a:off x="92811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811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3A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MIMIC-III（ICU 医療データ）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281160" y="26060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281160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GBDT 1000本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R² = 0.32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281160" y="36576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AFBF5"/>
          </a:solidFill>
          <a:ln/>
        </p:spPr>
      </p:sp>
      <p:sp>
        <p:nvSpPr>
          <p:cNvPr id="12" name="Text 9"/>
          <p:cNvSpPr/>
          <p:nvPr/>
        </p:nvSpPr>
        <p:spPr>
          <a:xfrm>
            <a:off x="928116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6E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抽出 10 rule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R² = 0.31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81160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3A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精度ほぼ維持、手で読める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5349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3492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B3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用語： 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Gurobi / MOSEK = 業界最高水準の商用最適化ソルバー。 FIRE = 従来の最良 rule 抽出手法。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Skope-rules との比較：本当に改善できる点</a:t>
            </a:r>
            <a:endParaRPr lang="en-US" sz="3000" dirty="0"/>
          </a:p>
        </p:txBody>
      </p:sp>
      <p:pic>
        <p:nvPicPr>
          <p:cNvPr id="5" name="Image 0" descr="assets/d8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58952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改善ポイント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503920" y="187452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EAFBF5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20116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6E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rule 数を正確に制御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K=10 と直接指定でき、最良の K rule を保証。閾値の試行錯誤が不要。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03920" y="347472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FBEFE9"/>
          </a:solidFill>
          <a:ln/>
          <a:effectLst>
            <a:outerShdw sx="100000" sy="100000" kx="0" ky="0" algn="bl" rotWithShape="0" blurRad="114300" dist="38100" dir="5400000">
              <a:srgbClr val="1A2244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0" y="36118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8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rule の深さを制御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depth/feature-weighting で短い rule を最適化中に強制。production の rule-engine に載せやすい。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7589520" cy="1005840"/>
          </a:xfrm>
          <a:prstGeom prst="roundRect">
            <a:avLst>
              <a:gd name="adj" fmla="val 10909"/>
            </a:avLst>
          </a:prstGeom>
          <a:solidFill>
            <a:srgbClr val="EEF1F8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1206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848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注意：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A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原論文は回帰タスク。fraud detection は二値分類なので、目的関数の調整が必要（要検証）。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Ensemble からの解釈可能な Rule 抽出</dc:title>
  <dc:subject>PptxGenJS Presentation</dc:subject>
  <dc:creator>Tech Talk</dc:creator>
  <cp:lastModifiedBy>Tech Talk</cp:lastModifiedBy>
  <cp:revision>1</cp:revision>
  <dcterms:created xsi:type="dcterms:W3CDTF">2026-06-28T15:27:41Z</dcterms:created>
  <dcterms:modified xsi:type="dcterms:W3CDTF">2026-06-28T15:27:41Z</dcterms:modified>
</cp:coreProperties>
</file>